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8"/>
  </p:notesMasterIdLst>
  <p:sldIdLst>
    <p:sldId id="365" r:id="rId5"/>
    <p:sldId id="380" r:id="rId6"/>
    <p:sldId id="334" r:id="rId7"/>
  </p:sldIdLst>
  <p:sldSz cx="12192000" cy="6858000"/>
  <p:notesSz cx="6797675" cy="9926638"/>
  <p:embeddedFontLst>
    <p:embeddedFont>
      <p:font typeface="Encode Sans Semi Expanded" panose="020B0604020202020204" charset="0"/>
      <p:regular r:id="rId9"/>
      <p:bold r:id="rId10"/>
      <p:italic r:id="rId11"/>
      <p:boldItalic r:id="rId12"/>
    </p:embeddedFont>
    <p:embeddedFont>
      <p:font typeface="Intersnack Script" panose="020B0604020202020204" charset="0"/>
      <p:regular r:id="rId13"/>
    </p:embeddedFont>
  </p:embeddedFontLst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6459"/>
    <a:srgbClr val="CC0099"/>
    <a:srgbClr val="968278"/>
    <a:srgbClr val="9B877D"/>
    <a:srgbClr val="96877D"/>
    <a:srgbClr val="92867A"/>
    <a:srgbClr val="000099"/>
    <a:srgbClr val="6E645A"/>
    <a:srgbClr val="8EAE1E"/>
    <a:srgbClr val="85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E1255C-CFAC-4085-BB4B-DD3810E69EBC}" v="1" dt="2026-04-17T07:01:05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7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Cao Nhut" userId="d80386d6-d145-4f74-85a5-1f3f9188dfd8" providerId="ADAL" clId="{70B56F3C-C7A1-41F6-B191-75D1EC1F8000}"/>
    <pc:docChg chg="custSel addSld delSld modSld">
      <pc:chgData name="MINH Cao Nhut" userId="d80386d6-d145-4f74-85a5-1f3f9188dfd8" providerId="ADAL" clId="{70B56F3C-C7A1-41F6-B191-75D1EC1F8000}" dt="2026-04-17T07:01:19.292" v="40" actId="20577"/>
      <pc:docMkLst>
        <pc:docMk/>
      </pc:docMkLst>
      <pc:sldChg chg="delSp del mod">
        <pc:chgData name="MINH Cao Nhut" userId="d80386d6-d145-4f74-85a5-1f3f9188dfd8" providerId="ADAL" clId="{70B56F3C-C7A1-41F6-B191-75D1EC1F8000}" dt="2026-04-17T07:01:13.436" v="33" actId="47"/>
        <pc:sldMkLst>
          <pc:docMk/>
          <pc:sldMk cId="3682054104" sldId="361"/>
        </pc:sldMkLst>
        <pc:picChg chg="del">
          <ac:chgData name="MINH Cao Nhut" userId="d80386d6-d145-4f74-85a5-1f3f9188dfd8" providerId="ADAL" clId="{70B56F3C-C7A1-41F6-B191-75D1EC1F8000}" dt="2026-04-17T07:00:58.420" v="29" actId="478"/>
          <ac:picMkLst>
            <pc:docMk/>
            <pc:sldMk cId="3682054104" sldId="361"/>
            <ac:picMk id="2" creationId="{609044EF-DBAD-29BA-EFCE-383AA78F944F}"/>
          </ac:picMkLst>
        </pc:picChg>
      </pc:sldChg>
      <pc:sldChg chg="modSp mod">
        <pc:chgData name="MINH Cao Nhut" userId="d80386d6-d145-4f74-85a5-1f3f9188dfd8" providerId="ADAL" clId="{70B56F3C-C7A1-41F6-B191-75D1EC1F8000}" dt="2026-04-17T07:00:53.989" v="28" actId="20577"/>
        <pc:sldMkLst>
          <pc:docMk/>
          <pc:sldMk cId="1976828562" sldId="365"/>
        </pc:sldMkLst>
        <pc:spChg chg="mod">
          <ac:chgData name="MINH Cao Nhut" userId="d80386d6-d145-4f74-85a5-1f3f9188dfd8" providerId="ADAL" clId="{70B56F3C-C7A1-41F6-B191-75D1EC1F8000}" dt="2026-04-17T07:00:50.296" v="24" actId="20577"/>
          <ac:spMkLst>
            <pc:docMk/>
            <pc:sldMk cId="1976828562" sldId="365"/>
            <ac:spMk id="4" creationId="{58A13344-2478-AB92-043C-F481070C494A}"/>
          </ac:spMkLst>
        </pc:spChg>
        <pc:spChg chg="mod">
          <ac:chgData name="MINH Cao Nhut" userId="d80386d6-d145-4f74-85a5-1f3f9188dfd8" providerId="ADAL" clId="{70B56F3C-C7A1-41F6-B191-75D1EC1F8000}" dt="2026-04-17T07:00:53.989" v="28" actId="20577"/>
          <ac:spMkLst>
            <pc:docMk/>
            <pc:sldMk cId="1976828562" sldId="365"/>
            <ac:spMk id="5" creationId="{1905E057-2E31-0F98-5778-4AACDA62DD0D}"/>
          </ac:spMkLst>
        </pc:spChg>
      </pc:sldChg>
      <pc:sldChg chg="modSp del mod">
        <pc:chgData name="MINH Cao Nhut" userId="d80386d6-d145-4f74-85a5-1f3f9188dfd8" providerId="ADAL" clId="{70B56F3C-C7A1-41F6-B191-75D1EC1F8000}" dt="2026-04-17T07:01:09.430" v="32" actId="47"/>
        <pc:sldMkLst>
          <pc:docMk/>
          <pc:sldMk cId="2037696365" sldId="370"/>
        </pc:sldMkLst>
        <pc:spChg chg="mod">
          <ac:chgData name="MINH Cao Nhut" userId="d80386d6-d145-4f74-85a5-1f3f9188dfd8" providerId="ADAL" clId="{70B56F3C-C7A1-41F6-B191-75D1EC1F8000}" dt="2026-04-17T07:00:40.801" v="19" actId="20577"/>
          <ac:spMkLst>
            <pc:docMk/>
            <pc:sldMk cId="2037696365" sldId="370"/>
            <ac:spMk id="7" creationId="{2369EA17-4721-1772-3716-CCEC7963BC35}"/>
          </ac:spMkLst>
        </pc:spChg>
      </pc:sldChg>
      <pc:sldChg chg="del">
        <pc:chgData name="MINH Cao Nhut" userId="d80386d6-d145-4f74-85a5-1f3f9188dfd8" providerId="ADAL" clId="{70B56F3C-C7A1-41F6-B191-75D1EC1F8000}" dt="2026-04-17T07:01:08.320" v="31" actId="47"/>
        <pc:sldMkLst>
          <pc:docMk/>
          <pc:sldMk cId="2448460017" sldId="371"/>
        </pc:sldMkLst>
      </pc:sldChg>
      <pc:sldChg chg="del">
        <pc:chgData name="MINH Cao Nhut" userId="d80386d6-d145-4f74-85a5-1f3f9188dfd8" providerId="ADAL" clId="{70B56F3C-C7A1-41F6-B191-75D1EC1F8000}" dt="2026-04-17T07:00:25.741" v="15" actId="47"/>
        <pc:sldMkLst>
          <pc:docMk/>
          <pc:sldMk cId="3869526278" sldId="372"/>
        </pc:sldMkLst>
      </pc:sldChg>
      <pc:sldChg chg="delSp del mod">
        <pc:chgData name="MINH Cao Nhut" userId="d80386d6-d145-4f74-85a5-1f3f9188dfd8" providerId="ADAL" clId="{70B56F3C-C7A1-41F6-B191-75D1EC1F8000}" dt="2026-04-17T07:00:23.449" v="14" actId="47"/>
        <pc:sldMkLst>
          <pc:docMk/>
          <pc:sldMk cId="858983485" sldId="373"/>
        </pc:sldMkLst>
        <pc:picChg chg="del">
          <ac:chgData name="MINH Cao Nhut" userId="d80386d6-d145-4f74-85a5-1f3f9188dfd8" providerId="ADAL" clId="{70B56F3C-C7A1-41F6-B191-75D1EC1F8000}" dt="2026-04-17T07:00:21.964" v="13" actId="478"/>
          <ac:picMkLst>
            <pc:docMk/>
            <pc:sldMk cId="858983485" sldId="373"/>
            <ac:picMk id="6" creationId="{CF63B23F-166D-C873-C673-C2E45D50E9D2}"/>
          </ac:picMkLst>
        </pc:picChg>
      </pc:sldChg>
      <pc:sldChg chg="del">
        <pc:chgData name="MINH Cao Nhut" userId="d80386d6-d145-4f74-85a5-1f3f9188dfd8" providerId="ADAL" clId="{70B56F3C-C7A1-41F6-B191-75D1EC1F8000}" dt="2026-04-17T07:00:17.945" v="12" actId="47"/>
        <pc:sldMkLst>
          <pc:docMk/>
          <pc:sldMk cId="3249080422" sldId="374"/>
        </pc:sldMkLst>
      </pc:sldChg>
      <pc:sldChg chg="delSp modSp mod">
        <pc:chgData name="MINH Cao Nhut" userId="d80386d6-d145-4f74-85a5-1f3f9188dfd8" providerId="ADAL" clId="{70B56F3C-C7A1-41F6-B191-75D1EC1F8000}" dt="2026-04-17T07:00:13.066" v="10" actId="20577"/>
        <pc:sldMkLst>
          <pc:docMk/>
          <pc:sldMk cId="2879500065" sldId="375"/>
        </pc:sldMkLst>
        <pc:spChg chg="mod">
          <ac:chgData name="MINH Cao Nhut" userId="d80386d6-d145-4f74-85a5-1f3f9188dfd8" providerId="ADAL" clId="{70B56F3C-C7A1-41F6-B191-75D1EC1F8000}" dt="2026-04-17T07:00:13.066" v="10" actId="20577"/>
          <ac:spMkLst>
            <pc:docMk/>
            <pc:sldMk cId="2879500065" sldId="375"/>
            <ac:spMk id="4" creationId="{47CD0B40-F579-3CE4-5E42-461EA6267204}"/>
          </ac:spMkLst>
        </pc:spChg>
        <pc:spChg chg="mod">
          <ac:chgData name="MINH Cao Nhut" userId="d80386d6-d145-4f74-85a5-1f3f9188dfd8" providerId="ADAL" clId="{70B56F3C-C7A1-41F6-B191-75D1EC1F8000}" dt="2026-04-17T07:00:11.293" v="6" actId="1076"/>
          <ac:spMkLst>
            <pc:docMk/>
            <pc:sldMk cId="2879500065" sldId="375"/>
            <ac:spMk id="8" creationId="{F0B4A65A-D182-0407-A2CC-845FA1FFFC79}"/>
          </ac:spMkLst>
        </pc:spChg>
        <pc:picChg chg="del">
          <ac:chgData name="MINH Cao Nhut" userId="d80386d6-d145-4f74-85a5-1f3f9188dfd8" providerId="ADAL" clId="{70B56F3C-C7A1-41F6-B191-75D1EC1F8000}" dt="2026-04-17T06:59:51.778" v="1" actId="478"/>
          <ac:picMkLst>
            <pc:docMk/>
            <pc:sldMk cId="2879500065" sldId="375"/>
            <ac:picMk id="7" creationId="{4C1F8D99-84C0-776E-F92D-490C52D3375C}"/>
          </ac:picMkLst>
        </pc:picChg>
      </pc:sldChg>
      <pc:sldChg chg="del">
        <pc:chgData name="MINH Cao Nhut" userId="d80386d6-d145-4f74-85a5-1f3f9188dfd8" providerId="ADAL" clId="{70B56F3C-C7A1-41F6-B191-75D1EC1F8000}" dt="2026-04-17T07:00:16.250" v="11" actId="47"/>
        <pc:sldMkLst>
          <pc:docMk/>
          <pc:sldMk cId="4062945211" sldId="376"/>
        </pc:sldMkLst>
      </pc:sldChg>
      <pc:sldChg chg="modSp add mod">
        <pc:chgData name="MINH Cao Nhut" userId="d80386d6-d145-4f74-85a5-1f3f9188dfd8" providerId="ADAL" clId="{70B56F3C-C7A1-41F6-B191-75D1EC1F8000}" dt="2026-04-17T07:01:19.292" v="40" actId="20577"/>
        <pc:sldMkLst>
          <pc:docMk/>
          <pc:sldMk cId="2766054191" sldId="378"/>
        </pc:sldMkLst>
        <pc:spChg chg="mod">
          <ac:chgData name="MINH Cao Nhut" userId="d80386d6-d145-4f74-85a5-1f3f9188dfd8" providerId="ADAL" clId="{70B56F3C-C7A1-41F6-B191-75D1EC1F8000}" dt="2026-04-17T07:01:19.292" v="40" actId="20577"/>
          <ac:spMkLst>
            <pc:docMk/>
            <pc:sldMk cId="2766054191" sldId="378"/>
            <ac:spMk id="4" creationId="{47CD0B40-F579-3CE4-5E42-461EA6267204}"/>
          </ac:spMkLst>
        </pc:spChg>
      </pc:sldChg>
      <pc:sldChg chg="del">
        <pc:chgData name="MINH Cao Nhut" userId="d80386d6-d145-4f74-85a5-1f3f9188dfd8" providerId="ADAL" clId="{70B56F3C-C7A1-41F6-B191-75D1EC1F8000}" dt="2026-04-17T06:59:49.050" v="0" actId="47"/>
        <pc:sldMkLst>
          <pc:docMk/>
          <pc:sldMk cId="3156301219" sldId="378"/>
        </pc:sldMkLst>
      </pc:sldChg>
      <pc:sldChg chg="del">
        <pc:chgData name="MINH Cao Nhut" userId="d80386d6-d145-4f74-85a5-1f3f9188dfd8" providerId="ADAL" clId="{70B56F3C-C7A1-41F6-B191-75D1EC1F8000}" dt="2026-04-17T06:59:49.050" v="0" actId="47"/>
        <pc:sldMkLst>
          <pc:docMk/>
          <pc:sldMk cId="1180103740" sldId="3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23FD4-CCFB-46CD-917E-A72D83B7C708}" type="datetimeFigureOut">
              <a:rPr lang="de-DE" smtClean="0"/>
              <a:t>18.04.2026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0CF7-C632-4EBA-9ED4-8AD9EBD763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13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955CEBE-42FA-4B62-9416-452369460B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375" y="1473200"/>
            <a:ext cx="4945626" cy="43868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AA29BC9-349B-4B42-BF3D-32367585F0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38114" y="1473198"/>
            <a:ext cx="7489827" cy="4392000"/>
          </a:xfrm>
          <a:prstGeom prst="roundRect">
            <a:avLst>
              <a:gd name="adj" fmla="val 2972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296F72-8628-4582-8F6A-51A1FC85E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2272144"/>
            <a:ext cx="5016644" cy="1621429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8FC867-5342-4737-8FFA-84CCCE29B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893574"/>
            <a:ext cx="5016644" cy="1265646"/>
          </a:xfrm>
          <a:prstGeom prst="rect">
            <a:avLst/>
          </a:prstGeom>
          <a:solidFill>
            <a:schemeClr val="accent1"/>
          </a:solidFill>
        </p:spPr>
        <p:txBody>
          <a:bodyPr lIns="0" tIns="0" rIns="0" bIns="0">
            <a:normAutofit/>
          </a:bodyPr>
          <a:lstStyle>
            <a:lvl1pPr marL="0" indent="0" algn="l">
              <a:lnSpc>
                <a:spcPct val="113000"/>
              </a:lnSpc>
              <a:spcBef>
                <a:spcPts val="0"/>
              </a:spcBef>
              <a:buNone/>
              <a:defRPr sz="21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2" name="Grafik 11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59FAA59F-F6B8-47DE-B459-1089893F46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588" y="450000"/>
            <a:ext cx="1564738" cy="69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EFC9E63F-7965-46E1-A50A-3DBAF826ED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73200"/>
            <a:ext cx="3121891" cy="4392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955CEBE-42FA-4B62-9416-452369460B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70109" y="1473199"/>
            <a:ext cx="3121891" cy="4391999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AA29BC9-349B-4B42-BF3D-32367585F0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20290" y="1473200"/>
            <a:ext cx="6179127" cy="4392000"/>
          </a:xfrm>
          <a:prstGeom prst="roundRect">
            <a:avLst>
              <a:gd name="adj" fmla="val 2972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296F72-8628-4582-8F6A-51A1FC85E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5236" y="2271599"/>
            <a:ext cx="4322622" cy="1594802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8FC867-5342-4737-8FFA-84CCCE29B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5237" y="3866401"/>
            <a:ext cx="4322622" cy="1384026"/>
          </a:xfrm>
          <a:prstGeom prst="rect">
            <a:avLst/>
          </a:prstGeom>
          <a:solidFill>
            <a:schemeClr val="accent1"/>
          </a:solidFill>
        </p:spPr>
        <p:txBody>
          <a:bodyPr lIns="0" tIns="0" rIns="0" bIns="0">
            <a:normAutofit/>
          </a:bodyPr>
          <a:lstStyle>
            <a:lvl1pPr marL="0" indent="0" algn="l">
              <a:lnSpc>
                <a:spcPct val="113000"/>
              </a:lnSpc>
              <a:spcBef>
                <a:spcPts val="0"/>
              </a:spcBef>
              <a:buNone/>
              <a:defRPr sz="21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8E4A13DC-0DDA-4F8F-8C62-917327B1C0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588" y="450000"/>
            <a:ext cx="1564738" cy="69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ou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6173295-4037-429B-BB38-508A146E6614}"/>
              </a:ext>
            </a:extLst>
          </p:cNvPr>
          <p:cNvSpPr/>
          <p:nvPr userDrawn="1"/>
        </p:nvSpPr>
        <p:spPr>
          <a:xfrm>
            <a:off x="9070800" y="1473200"/>
            <a:ext cx="3121200" cy="439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F58630FC-9FA3-4D69-9CF1-7D36F8748A24}"/>
              </a:ext>
            </a:extLst>
          </p:cNvPr>
          <p:cNvSpPr/>
          <p:nvPr userDrawn="1"/>
        </p:nvSpPr>
        <p:spPr>
          <a:xfrm>
            <a:off x="-157019" y="1473200"/>
            <a:ext cx="9330515" cy="4392000"/>
          </a:xfrm>
          <a:prstGeom prst="roundRect">
            <a:avLst>
              <a:gd name="adj" fmla="val 344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E0E3D36-F70B-4DFE-A35B-22944A672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2272144"/>
            <a:ext cx="5016644" cy="1593983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54F49AEA-028B-4CB1-8C18-04F7288F7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866128"/>
            <a:ext cx="5016644" cy="1293091"/>
          </a:xfrm>
          <a:prstGeom prst="rect">
            <a:avLst/>
          </a:prstGeom>
          <a:solidFill>
            <a:schemeClr val="accent1"/>
          </a:solidFill>
        </p:spPr>
        <p:txBody>
          <a:bodyPr lIns="0" tIns="0" rIns="0" bIns="0">
            <a:normAutofit/>
          </a:bodyPr>
          <a:lstStyle>
            <a:lvl1pPr marL="0" indent="0" algn="l">
              <a:lnSpc>
                <a:spcPct val="113000"/>
              </a:lnSpc>
              <a:spcBef>
                <a:spcPts val="0"/>
              </a:spcBef>
              <a:buNone/>
              <a:defRPr sz="21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46819828-2E88-4FAA-B566-9E04603C0F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588" y="450000"/>
            <a:ext cx="1564738" cy="69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6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Scri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0E6C444B-3913-4D72-8FB7-904E91A731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375" y="1473200"/>
            <a:ext cx="4945626" cy="43868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AA29BC9-349B-4B42-BF3D-32367585F0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38113" y="1473200"/>
            <a:ext cx="7491600" cy="4392000"/>
          </a:xfrm>
          <a:prstGeom prst="roundRect">
            <a:avLst>
              <a:gd name="adj" fmla="val 2972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296F72-8628-4582-8F6A-51A1FC85E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2272144"/>
            <a:ext cx="5016644" cy="1593983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8FC867-5342-4737-8FFA-84CCCE29B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866128"/>
            <a:ext cx="5016644" cy="1293091"/>
          </a:xfrm>
          <a:prstGeom prst="rect">
            <a:avLst/>
          </a:prstGeom>
          <a:solidFill>
            <a:schemeClr val="accent1"/>
          </a:solidFill>
        </p:spPr>
        <p:txBody>
          <a:bodyPr lIns="0" tIns="0" rIns="0" bIns="0">
            <a:normAutofit/>
          </a:bodyPr>
          <a:lstStyle>
            <a:lvl1pPr marL="0" indent="0" algn="l">
              <a:lnSpc>
                <a:spcPct val="113000"/>
              </a:lnSpc>
              <a:spcBef>
                <a:spcPts val="0"/>
              </a:spcBef>
              <a:buNone/>
              <a:defRPr sz="21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0488575C-9811-4C02-9735-F9CD8AD70F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588" y="450000"/>
            <a:ext cx="1564738" cy="69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6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wo pictures - Scri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6">
            <a:extLst>
              <a:ext uri="{FF2B5EF4-FFF2-40B4-BE49-F238E27FC236}">
                <a16:creationId xmlns:a16="http://schemas.microsoft.com/office/drawing/2014/main" id="{EFC9E63F-7965-46E1-A50A-3DBAF826ED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73200"/>
            <a:ext cx="3121891" cy="4392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955CEBE-42FA-4B62-9416-452369460B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70109" y="1473199"/>
            <a:ext cx="3121891" cy="4391999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AA29BC9-349B-4B42-BF3D-32367585F0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20290" y="1473200"/>
            <a:ext cx="6179127" cy="4392000"/>
          </a:xfrm>
          <a:prstGeom prst="roundRect">
            <a:avLst>
              <a:gd name="adj" fmla="val 2972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296F72-8628-4582-8F6A-51A1FC85E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5236" y="2271599"/>
            <a:ext cx="4322622" cy="1594802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8FC867-5342-4737-8FFA-84CCCE29B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5237" y="3866401"/>
            <a:ext cx="4322622" cy="1384026"/>
          </a:xfrm>
          <a:prstGeom prst="rect">
            <a:avLst/>
          </a:prstGeom>
          <a:solidFill>
            <a:schemeClr val="accent1"/>
          </a:solidFill>
        </p:spPr>
        <p:txBody>
          <a:bodyPr lIns="0" tIns="0" rIns="0" bIns="0">
            <a:normAutofit/>
          </a:bodyPr>
          <a:lstStyle>
            <a:lvl1pPr marL="0" indent="0" algn="l">
              <a:lnSpc>
                <a:spcPct val="113000"/>
              </a:lnSpc>
              <a:spcBef>
                <a:spcPts val="0"/>
              </a:spcBef>
              <a:buNone/>
              <a:defRPr sz="21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9" name="Grafik 8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69AFCB96-D445-4FA3-8337-55AA520BD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588" y="450000"/>
            <a:ext cx="1564738" cy="69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out picture - Scri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6173295-4037-429B-BB38-508A146E6614}"/>
              </a:ext>
            </a:extLst>
          </p:cNvPr>
          <p:cNvSpPr/>
          <p:nvPr userDrawn="1"/>
        </p:nvSpPr>
        <p:spPr>
          <a:xfrm>
            <a:off x="9065339" y="1473199"/>
            <a:ext cx="3121200" cy="4391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F58630FC-9FA3-4D69-9CF1-7D36F8748A24}"/>
              </a:ext>
            </a:extLst>
          </p:cNvPr>
          <p:cNvSpPr/>
          <p:nvPr userDrawn="1"/>
        </p:nvSpPr>
        <p:spPr>
          <a:xfrm>
            <a:off x="-157019" y="1473200"/>
            <a:ext cx="9330515" cy="4392000"/>
          </a:xfrm>
          <a:prstGeom prst="roundRect">
            <a:avLst>
              <a:gd name="adj" fmla="val 344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E0E3D36-F70B-4DFE-A35B-22944A672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2272144"/>
            <a:ext cx="5016644" cy="1593983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54F49AEA-028B-4CB1-8C18-04F7288F7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866128"/>
            <a:ext cx="5016644" cy="1293091"/>
          </a:xfrm>
          <a:prstGeom prst="rect">
            <a:avLst/>
          </a:prstGeom>
          <a:solidFill>
            <a:schemeClr val="accent1"/>
          </a:solidFill>
        </p:spPr>
        <p:txBody>
          <a:bodyPr lIns="0" tIns="0" rIns="0" bIns="0">
            <a:normAutofit/>
          </a:bodyPr>
          <a:lstStyle>
            <a:lvl1pPr marL="0" indent="0" algn="l">
              <a:lnSpc>
                <a:spcPct val="113000"/>
              </a:lnSpc>
              <a:spcBef>
                <a:spcPts val="0"/>
              </a:spcBef>
              <a:buNone/>
              <a:defRPr sz="2100" b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 descr="Ein Bild, das Text, ClipArt enthält.&#10;&#10;Automatisch generierte Beschreibung">
            <a:extLst>
              <a:ext uri="{FF2B5EF4-FFF2-40B4-BE49-F238E27FC236}">
                <a16:creationId xmlns:a16="http://schemas.microsoft.com/office/drawing/2014/main" id="{25C2CE87-2B2D-49BB-ABAC-A5DEF5E4A4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588" y="450000"/>
            <a:ext cx="1564738" cy="69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5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1D9DB7E-923B-407D-8AE6-909324B7C5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l">
              <a:defRPr/>
            </a:lvl1pPr>
          </a:lstStyle>
          <a:p>
            <a:fld id="{F77E67B2-A423-478D-9CF7-CCC0FF1D913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A3E29D2-0499-4159-8C71-7767C352F6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08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1D9DB7E-923B-407D-8AE6-909324B7C5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BC48A8-8E3F-4028-9534-002FAFED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53EF1BC-8293-44B4-9C5A-68E9980FA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3105" y="1484313"/>
            <a:ext cx="11147785" cy="4608513"/>
          </a:xfrm>
          <a:prstGeom prst="roundRect">
            <a:avLst>
              <a:gd name="adj" fmla="val 3190"/>
            </a:avLst>
          </a:prstGeom>
        </p:spPr>
        <p:txBody>
          <a:bodyPr r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A7B417FD-ECFD-4562-A536-3A377F8E0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CAEE30-C3D7-4924-96EF-9257713569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237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C02D7F-298D-41E0-98D8-55182B3C0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3105" y="1484313"/>
            <a:ext cx="5366327" cy="4609955"/>
          </a:xfrm>
          <a:prstGeom prst="roundRect">
            <a:avLst>
              <a:gd name="adj" fmla="val 2763"/>
            </a:avLst>
          </a:prstGeom>
        </p:spPr>
        <p:txBody>
          <a:bodyPr r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9953701-133A-4603-84FD-553ADD4B11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877217-CDF5-4EDE-88B7-AC739C34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4EE63FB-3E98-4E6F-9636-A00A8D7E09A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05608" y="1484313"/>
            <a:ext cx="5366327" cy="4609955"/>
          </a:xfrm>
          <a:prstGeom prst="roundRect">
            <a:avLst>
              <a:gd name="adj" fmla="val 3190"/>
            </a:avLst>
          </a:prstGeom>
        </p:spPr>
        <p:txBody>
          <a:bodyPr rIns="36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B4C935-9772-4456-8043-EA2D24618A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614288FF-4218-48EC-8CD0-6988E754DA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211965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9953701-133A-4603-84FD-553ADD4B11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877217-CDF5-4EDE-88B7-AC739C34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4EE63FB-3E98-4E6F-9636-A00A8D7E09A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305608" y="1484313"/>
            <a:ext cx="5366327" cy="4609955"/>
          </a:xfrm>
          <a:prstGeom prst="roundRect">
            <a:avLst>
              <a:gd name="adj" fmla="val 3190"/>
            </a:avLst>
          </a:prstGeom>
        </p:spPr>
        <p:txBody>
          <a:bodyPr rIns="36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B4C935-9772-4456-8043-EA2D24618A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A75C4EB-BF9B-4638-A869-9417323C776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0065" y="1484313"/>
            <a:ext cx="5367600" cy="4609955"/>
          </a:xfrm>
          <a:prstGeom prst="roundRect">
            <a:avLst>
              <a:gd name="adj" fmla="val 2590"/>
            </a:avLst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E10FC532-A290-4F89-BABA-1B95552676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77928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C02D7F-298D-41E0-98D8-55182B3C0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3105" y="1484313"/>
            <a:ext cx="5366327" cy="4609955"/>
          </a:xfrm>
          <a:prstGeom prst="roundRect">
            <a:avLst>
              <a:gd name="adj" fmla="val 2763"/>
            </a:avLst>
          </a:prstGeom>
        </p:spPr>
        <p:txBody>
          <a:bodyPr r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9953701-133A-4603-84FD-553ADD4B11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877217-CDF5-4EDE-88B7-AC739C34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BB4C935-9772-4456-8043-EA2D24618A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7A779E0A-4646-41E7-98EE-C220C78C003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02570" y="1484313"/>
            <a:ext cx="5367600" cy="4609955"/>
          </a:xfrm>
          <a:prstGeom prst="roundRect">
            <a:avLst>
              <a:gd name="adj" fmla="val 2590"/>
            </a:avLst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B299B757-A197-4993-88BC-4DAD963593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1567743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1D9DB7E-923B-407D-8AE6-909324B7C5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BC48A8-8E3F-4028-9534-002FAFED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53EF1BC-8293-44B4-9C5A-68E9980FA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3106" y="1484313"/>
            <a:ext cx="3600000" cy="4608513"/>
          </a:xfrm>
          <a:prstGeom prst="roundRect">
            <a:avLst>
              <a:gd name="adj" fmla="val 3190"/>
            </a:avLst>
          </a:prstGeom>
        </p:spPr>
        <p:txBody>
          <a:bodyPr r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CAEE30-C3D7-4924-96EF-9257713569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E9D1A35-14B4-445E-BFD0-6034AF824673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068894" y="1484312"/>
            <a:ext cx="3600000" cy="4608513"/>
          </a:xfrm>
          <a:prstGeom prst="roundRect">
            <a:avLst>
              <a:gd name="adj" fmla="val 3190"/>
            </a:avLst>
          </a:prstGeom>
        </p:spPr>
        <p:txBody>
          <a:bodyPr r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5E8282D-0C08-4906-8394-213348F353B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296000" y="1484311"/>
            <a:ext cx="3600000" cy="4608513"/>
          </a:xfrm>
          <a:prstGeom prst="roundRect">
            <a:avLst>
              <a:gd name="adj" fmla="val 3190"/>
            </a:avLst>
          </a:prstGeom>
        </p:spPr>
        <p:txBody>
          <a:bodyPr r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41ABB723-0586-42A1-B082-610E932BA0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93305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(abo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9953701-133A-4603-84FD-553ADD4B11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41461BF2-45AF-46A2-972F-30840E1EC72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23105" y="1484314"/>
            <a:ext cx="11143125" cy="1553854"/>
          </a:xfrm>
          <a:prstGeom prst="roundRect">
            <a:avLst>
              <a:gd name="adj" fmla="val 10167"/>
            </a:avLst>
          </a:prstGeom>
        </p:spPr>
        <p:txBody>
          <a:bodyPr r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673834-8290-4A6F-8C18-D8EC6563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EBD3769-0B4C-4C3A-BC20-165849BD6C0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2778" y="3195485"/>
            <a:ext cx="11153285" cy="2897340"/>
          </a:xfrm>
          <a:prstGeom prst="roundRect">
            <a:avLst>
              <a:gd name="adj" fmla="val 4878"/>
            </a:avLst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00A8CE2-F67E-4D64-AAB7-65B60CCAAE3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E4851E28-CC61-4B7A-8194-EF6D1D142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1182779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(belo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9953701-133A-4603-84FD-553ADD4B11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41461BF2-45AF-46A2-972F-30840E1EC72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32938" y="4591665"/>
            <a:ext cx="11143125" cy="1501160"/>
          </a:xfrm>
          <a:prstGeom prst="roundRect">
            <a:avLst>
              <a:gd name="adj" fmla="val 10167"/>
            </a:avLst>
          </a:prstGeom>
        </p:spPr>
        <p:txBody>
          <a:bodyPr r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673834-8290-4A6F-8C18-D8EC6563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4EBD3769-0B4C-4C3A-BC20-165849BD6C0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5938" y="1484313"/>
            <a:ext cx="11153285" cy="2897340"/>
          </a:xfrm>
          <a:prstGeom prst="roundRect">
            <a:avLst>
              <a:gd name="adj" fmla="val 4878"/>
            </a:avLst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00A8CE2-F67E-4D64-AAB7-65B60CCAAE3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E4851E28-CC61-4B7A-8194-EF6D1D142A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2407503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9953701-133A-4603-84FD-553ADD4B11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41461BF2-45AF-46A2-972F-30840E1EC72A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532938" y="1497126"/>
            <a:ext cx="5367600" cy="2199803"/>
          </a:xfrm>
          <a:prstGeom prst="roundRect">
            <a:avLst>
              <a:gd name="adj" fmla="val 6437"/>
            </a:avLst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673834-8290-4A6F-8C18-D8EC6563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18FE63A8-0CF5-44F7-B594-453FA19805E1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304335" y="1497125"/>
            <a:ext cx="5367600" cy="2199803"/>
          </a:xfrm>
          <a:prstGeom prst="roundRect">
            <a:avLst>
              <a:gd name="adj" fmla="val 6437"/>
            </a:avLst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BA015EA5-C408-4EA5-B397-B6768C4F5F2D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515938" y="3893022"/>
            <a:ext cx="5367600" cy="2199803"/>
          </a:xfrm>
          <a:prstGeom prst="roundRect">
            <a:avLst>
              <a:gd name="adj" fmla="val 6437"/>
            </a:avLst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CEE4427D-0A6A-4FCD-81C2-9676039CC683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6304335" y="3893012"/>
            <a:ext cx="5367600" cy="2199803"/>
          </a:xfrm>
          <a:prstGeom prst="roundRect">
            <a:avLst>
              <a:gd name="adj" fmla="val 6437"/>
            </a:avLst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E7EECF-86CE-48C8-84B3-DBF1EB32624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F0432D6-28D4-46CF-9EEA-0B0EE6B421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915376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86DB7AB-B5B1-4153-AAE4-E4A965FB21A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74638" y="265113"/>
            <a:ext cx="11612562" cy="6018212"/>
          </a:xfrm>
          <a:prstGeom prst="roundRect">
            <a:avLst>
              <a:gd name="adj" fmla="val 2290"/>
            </a:avLst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1D9DB7E-923B-407D-8AE6-909324B7C5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DA0E33-9F32-4BB3-95E6-1BE4A56987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BC48A8-8E3F-4028-9534-002FAFED4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2109" y="3964161"/>
            <a:ext cx="5291543" cy="607840"/>
          </a:xfrm>
        </p:spPr>
        <p:txBody>
          <a:bodyPr/>
          <a:lstStyle>
            <a:lvl1pPr>
              <a:lnSpc>
                <a:spcPct val="113000"/>
              </a:lnSpc>
              <a:defRPr/>
            </a:lvl1pPr>
          </a:lstStyle>
          <a:p>
            <a:r>
              <a:rPr lang="de-DE"/>
              <a:t>Move title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right</a:t>
            </a:r>
            <a:r>
              <a:rPr lang="de-DE"/>
              <a:t> </a:t>
            </a:r>
            <a:r>
              <a:rPr lang="de-DE" err="1"/>
              <a:t>position</a:t>
            </a:r>
            <a:r>
              <a:rPr lang="de-DE"/>
              <a:t>,</a:t>
            </a:r>
            <a:br>
              <a:rPr lang="de-DE"/>
            </a:br>
            <a:r>
              <a:rPr lang="de-DE" err="1"/>
              <a:t>colour</a:t>
            </a:r>
            <a:r>
              <a:rPr lang="de-DE"/>
              <a:t> in </a:t>
            </a:r>
            <a:r>
              <a:rPr lang="de-DE" err="1"/>
              <a:t>red</a:t>
            </a:r>
            <a:r>
              <a:rPr lang="de-DE"/>
              <a:t>, </a:t>
            </a:r>
            <a:r>
              <a:rPr lang="de-DE" err="1"/>
              <a:t>white</a:t>
            </a:r>
            <a:r>
              <a:rPr lang="de-DE"/>
              <a:t>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black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9637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1D9DB7E-923B-407D-8AE6-909324B7C5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BC48A8-8E3F-4028-9534-002FAFED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DA0E33-9F32-4BB3-95E6-1BE4A56987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F022D7E4-F2C0-4DD6-8F01-5ADAFFDB3D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78" y="856798"/>
            <a:ext cx="10700182" cy="50760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err="1"/>
              <a:t>Subtitle</a:t>
            </a:r>
            <a:r>
              <a:rPr lang="de-DE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21126689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07F1FAE-CEFF-4111-9784-EA1616DC5A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0" y="1484312"/>
            <a:ext cx="3048000" cy="38449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8775699" cy="3844926"/>
          </a:xfrm>
          <a:prstGeom prst="roundRect">
            <a:avLst>
              <a:gd name="adj" fmla="val 3286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2C1F37C-E385-454D-BB76-203CE1DE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4"/>
            <a:ext cx="5622517" cy="1631261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5DA5A546-0209-493A-8249-68A38B242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4F5503CE-2096-4336-B503-07267C911873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155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11888498" cy="3844925"/>
          </a:xfrm>
          <a:prstGeom prst="roundRect">
            <a:avLst>
              <a:gd name="adj" fmla="val 3286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E6CE63C2-B708-4DC8-8982-20F84EFA0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5"/>
            <a:ext cx="6071673" cy="1670590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C908BD1-A0D2-4321-B279-185C6FAE99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F6AC9E64-7E4E-4D18-BFC3-0DD869989D0A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961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with picture - Scri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07F1FAE-CEFF-4111-9784-EA1616DC5A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0" y="1484312"/>
            <a:ext cx="3048000" cy="38449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8775699" cy="3844926"/>
          </a:xfrm>
          <a:prstGeom prst="roundRect">
            <a:avLst>
              <a:gd name="adj" fmla="val 3286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2C1F37C-E385-454D-BB76-203CE1DE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2" y="2262312"/>
            <a:ext cx="5622517" cy="1631261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10F5AE5-9676-4191-B493-8CD3EC2F06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FE9AE3C-CE9A-42A3-9AEE-3259B8A03BCA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6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- Scri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11888498" cy="3844925"/>
          </a:xfrm>
          <a:prstGeom prst="roundRect">
            <a:avLst>
              <a:gd name="adj" fmla="val 3286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E6CE63C2-B708-4DC8-8982-20F84EFA0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5"/>
            <a:ext cx="6071673" cy="1670590"/>
          </a:xfrm>
          <a:prstGeom prst="rect">
            <a:avLst/>
          </a:prstGeom>
          <a:solidFill>
            <a:schemeClr val="accent1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1235844-066D-4FEA-94F1-21D9678E8E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A530395E-E176-46DC-BB27-EC662CB6F9CB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8440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with picture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07F1FAE-CEFF-4111-9784-EA1616DC5A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0" y="1484312"/>
            <a:ext cx="3048000" cy="38449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8775699" cy="3844926"/>
          </a:xfrm>
          <a:prstGeom prst="roundRect">
            <a:avLst>
              <a:gd name="adj" fmla="val 3286"/>
            </a:avLst>
          </a:prstGeom>
          <a:solidFill>
            <a:srgbClr val="EB8C00"/>
          </a:solidFill>
        </p:spPr>
        <p:txBody>
          <a:bodyPr/>
          <a:lstStyle>
            <a:lvl1pPr marL="0" indent="0">
              <a:buNone/>
              <a:defRPr>
                <a:solidFill>
                  <a:srgbClr val="EB8C00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2C1F37C-E385-454D-BB76-203CE1DE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4"/>
            <a:ext cx="5622517" cy="1631261"/>
          </a:xfrm>
          <a:prstGeom prst="rect">
            <a:avLst/>
          </a:prstGeom>
          <a:solidFill>
            <a:srgbClr val="EB8C00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5DA5A546-0209-493A-8249-68A38B242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0D904CF9-E5FB-4C0E-A913-789A2011549C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408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11888498" cy="3844925"/>
          </a:xfrm>
          <a:prstGeom prst="roundRect">
            <a:avLst>
              <a:gd name="adj" fmla="val 3286"/>
            </a:avLst>
          </a:prstGeom>
          <a:solidFill>
            <a:srgbClr val="EB8C00"/>
          </a:solidFill>
        </p:spPr>
        <p:txBody>
          <a:bodyPr/>
          <a:lstStyle>
            <a:lvl1pPr marL="0" indent="0">
              <a:buNone/>
              <a:defRPr>
                <a:solidFill>
                  <a:srgbClr val="EB8C00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E6CE63C2-B708-4DC8-8982-20F84EFA0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5"/>
            <a:ext cx="6071673" cy="1670590"/>
          </a:xfrm>
          <a:prstGeom prst="rect">
            <a:avLst/>
          </a:prstGeom>
          <a:solidFill>
            <a:srgbClr val="EB8C00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C908BD1-A0D2-4321-B279-185C6FAE99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F1B2E09B-BD90-4003-82B0-907BDEE7BB87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10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with picture - Scrip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07F1FAE-CEFF-4111-9784-EA1616DC5A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0" y="1484312"/>
            <a:ext cx="3048000" cy="38449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8775699" cy="3844926"/>
          </a:xfrm>
          <a:prstGeom prst="roundRect">
            <a:avLst>
              <a:gd name="adj" fmla="val 3286"/>
            </a:avLst>
          </a:prstGeom>
          <a:solidFill>
            <a:srgbClr val="EB8C00"/>
          </a:solidFill>
        </p:spPr>
        <p:txBody>
          <a:bodyPr/>
          <a:lstStyle>
            <a:lvl1pPr marL="0" indent="0">
              <a:buNone/>
              <a:defRPr>
                <a:solidFill>
                  <a:srgbClr val="EB8C00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2C1F37C-E385-454D-BB76-203CE1DE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2" y="2262312"/>
            <a:ext cx="5622517" cy="1631261"/>
          </a:xfrm>
          <a:prstGeom prst="rect">
            <a:avLst/>
          </a:prstGeom>
          <a:solidFill>
            <a:srgbClr val="EB8C00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10F5AE5-9676-4191-B493-8CD3EC2F06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DED9C8B2-7772-424D-9C05-70FAE1B3C56B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683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- Scrip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11888498" cy="3844925"/>
          </a:xfrm>
          <a:prstGeom prst="roundRect">
            <a:avLst>
              <a:gd name="adj" fmla="val 3286"/>
            </a:avLst>
          </a:prstGeom>
          <a:solidFill>
            <a:srgbClr val="EB8C00"/>
          </a:solidFill>
        </p:spPr>
        <p:txBody>
          <a:bodyPr/>
          <a:lstStyle>
            <a:lvl1pPr marL="0" indent="0">
              <a:buNone/>
              <a:defRPr>
                <a:solidFill>
                  <a:srgbClr val="EB8C00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E6CE63C2-B708-4DC8-8982-20F84EFA0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5"/>
            <a:ext cx="6071673" cy="1670590"/>
          </a:xfrm>
          <a:prstGeom prst="rect">
            <a:avLst/>
          </a:prstGeom>
          <a:solidFill>
            <a:srgbClr val="EB8C00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1235844-066D-4FEA-94F1-21D9678E8E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E7F31038-E0B4-4BE9-B921-F45497544535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1124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with picture -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07F1FAE-CEFF-4111-9784-EA1616DC5A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0" y="1484312"/>
            <a:ext cx="3048000" cy="38449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8775699" cy="3844926"/>
          </a:xfrm>
          <a:prstGeom prst="roundRect">
            <a:avLst>
              <a:gd name="adj" fmla="val 3286"/>
            </a:avLst>
          </a:prstGeom>
          <a:solidFill>
            <a:srgbClr val="9B004B"/>
          </a:solidFill>
        </p:spPr>
        <p:txBody>
          <a:bodyPr/>
          <a:lstStyle>
            <a:lvl1pPr marL="0" indent="0">
              <a:buNone/>
              <a:defRPr>
                <a:solidFill>
                  <a:srgbClr val="9B004B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2C1F37C-E385-454D-BB76-203CE1DE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4"/>
            <a:ext cx="5622517" cy="1631261"/>
          </a:xfrm>
          <a:prstGeom prst="rect">
            <a:avLst/>
          </a:prstGeom>
          <a:solidFill>
            <a:srgbClr val="9B004B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5DA5A546-0209-493A-8249-68A38B242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8ADD2CD2-6A6A-4B06-BBFA-1D356A388E59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7161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-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11888498" cy="3844925"/>
          </a:xfrm>
          <a:prstGeom prst="roundRect">
            <a:avLst>
              <a:gd name="adj" fmla="val 3286"/>
            </a:avLst>
          </a:prstGeom>
          <a:solidFill>
            <a:srgbClr val="9B004B"/>
          </a:solidFill>
        </p:spPr>
        <p:txBody>
          <a:bodyPr/>
          <a:lstStyle>
            <a:lvl1pPr marL="0" indent="0">
              <a:buNone/>
              <a:defRPr>
                <a:solidFill>
                  <a:srgbClr val="9B004B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E6CE63C2-B708-4DC8-8982-20F84EFA0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5"/>
            <a:ext cx="6071673" cy="1670590"/>
          </a:xfrm>
          <a:prstGeom prst="rect">
            <a:avLst/>
          </a:prstGeom>
          <a:solidFill>
            <a:srgbClr val="9B004B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C908BD1-A0D2-4321-B279-185C6FAE99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3938960A-74DC-4B92-AEE8-200EC19F1312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3855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with picture - Script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07F1FAE-CEFF-4111-9784-EA1616DC5A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0" y="1484312"/>
            <a:ext cx="3048000" cy="38449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8775699" cy="3844926"/>
          </a:xfrm>
          <a:prstGeom prst="roundRect">
            <a:avLst>
              <a:gd name="adj" fmla="val 3286"/>
            </a:avLst>
          </a:prstGeom>
          <a:solidFill>
            <a:srgbClr val="9B004B"/>
          </a:solidFill>
        </p:spPr>
        <p:txBody>
          <a:bodyPr/>
          <a:lstStyle>
            <a:lvl1pPr marL="0" indent="0">
              <a:buNone/>
              <a:defRPr>
                <a:solidFill>
                  <a:srgbClr val="9B004B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2C1F37C-E385-454D-BB76-203CE1DE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2" y="2262312"/>
            <a:ext cx="5622517" cy="1631261"/>
          </a:xfrm>
          <a:prstGeom prst="rect">
            <a:avLst/>
          </a:prstGeom>
          <a:solidFill>
            <a:srgbClr val="9B004B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10F5AE5-9676-4191-B493-8CD3EC2F06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3CF4254A-4E09-46F1-BE26-8BC9C4E5D784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3840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- Script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11888498" cy="3844925"/>
          </a:xfrm>
          <a:prstGeom prst="roundRect">
            <a:avLst>
              <a:gd name="adj" fmla="val 3286"/>
            </a:avLst>
          </a:prstGeom>
          <a:solidFill>
            <a:srgbClr val="9B004B"/>
          </a:solidFill>
        </p:spPr>
        <p:txBody>
          <a:bodyPr/>
          <a:lstStyle>
            <a:lvl1pPr marL="0" indent="0">
              <a:buNone/>
              <a:defRPr>
                <a:solidFill>
                  <a:srgbClr val="9B004B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E6CE63C2-B708-4DC8-8982-20F84EFA0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5"/>
            <a:ext cx="6071673" cy="1670590"/>
          </a:xfrm>
          <a:prstGeom prst="rect">
            <a:avLst/>
          </a:prstGeom>
          <a:solidFill>
            <a:srgbClr val="9B004B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1235844-066D-4FEA-94F1-21D9678E8E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DFF46115-0492-4298-9325-4AB194F9466F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0959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with pictur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07F1FAE-CEFF-4111-9784-EA1616DC5A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0" y="1484312"/>
            <a:ext cx="3048000" cy="38449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8775699" cy="3844926"/>
          </a:xfrm>
          <a:prstGeom prst="roundRect">
            <a:avLst>
              <a:gd name="adj" fmla="val 3286"/>
            </a:avLst>
          </a:prstGeom>
          <a:solidFill>
            <a:srgbClr val="8EAE1E"/>
          </a:solidFill>
        </p:spPr>
        <p:txBody>
          <a:bodyPr/>
          <a:lstStyle>
            <a:lvl1pPr marL="0" indent="0">
              <a:buNone/>
              <a:defRPr>
                <a:solidFill>
                  <a:srgbClr val="8EAE1E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2C1F37C-E385-454D-BB76-203CE1DE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4"/>
            <a:ext cx="5622517" cy="1631261"/>
          </a:xfrm>
          <a:prstGeom prst="rect">
            <a:avLst/>
          </a:prstGeom>
          <a:solidFill>
            <a:srgbClr val="8EAE1E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5DA5A546-0209-493A-8249-68A38B242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D259B226-2F2D-46D2-AC4C-10CD98338626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7633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11888498" cy="3844925"/>
          </a:xfrm>
          <a:prstGeom prst="roundRect">
            <a:avLst>
              <a:gd name="adj" fmla="val 3286"/>
            </a:avLst>
          </a:prstGeom>
          <a:solidFill>
            <a:srgbClr val="8EAE1E"/>
          </a:solidFill>
        </p:spPr>
        <p:txBody>
          <a:bodyPr/>
          <a:lstStyle>
            <a:lvl1pPr marL="0" indent="0">
              <a:buNone/>
              <a:defRPr>
                <a:solidFill>
                  <a:srgbClr val="8EAE1E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E6CE63C2-B708-4DC8-8982-20F84EFA0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5"/>
            <a:ext cx="6071673" cy="1670590"/>
          </a:xfrm>
          <a:prstGeom prst="rect">
            <a:avLst/>
          </a:prstGeom>
          <a:solidFill>
            <a:srgbClr val="8EAE1E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35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C908BD1-A0D2-4321-B279-185C6FAE99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A6A323E0-F45F-41E2-8477-506CAD162835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202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with picture - Scrip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007F1FAE-CEFF-4111-9784-EA1616DC5A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0" y="1484312"/>
            <a:ext cx="3048000" cy="3844926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8775699" cy="3844926"/>
          </a:xfrm>
          <a:prstGeom prst="roundRect">
            <a:avLst>
              <a:gd name="adj" fmla="val 3286"/>
            </a:avLst>
          </a:prstGeom>
          <a:solidFill>
            <a:srgbClr val="8EAE1E"/>
          </a:solidFill>
        </p:spPr>
        <p:txBody>
          <a:bodyPr/>
          <a:lstStyle>
            <a:lvl1pPr marL="0" indent="0">
              <a:buNone/>
              <a:defRPr>
                <a:solidFill>
                  <a:srgbClr val="8EAE1E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2C1F37C-E385-454D-BB76-203CE1DE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2" y="2262312"/>
            <a:ext cx="5622517" cy="1631261"/>
          </a:xfrm>
          <a:prstGeom prst="rect">
            <a:avLst/>
          </a:prstGeom>
          <a:solidFill>
            <a:srgbClr val="8EAE1E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10F5AE5-9676-4191-B493-8CD3EC2F06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D1B93498-38D2-4A25-B707-71CD18FA96DB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7814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eparator - Scrip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40DFF1-7315-4F48-AF5D-98DE6002C7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484313"/>
            <a:ext cx="11888498" cy="3844925"/>
          </a:xfrm>
          <a:prstGeom prst="roundRect">
            <a:avLst>
              <a:gd name="adj" fmla="val 3286"/>
            </a:avLst>
          </a:prstGeom>
          <a:solidFill>
            <a:srgbClr val="8EAE1E"/>
          </a:solidFill>
        </p:spPr>
        <p:txBody>
          <a:bodyPr/>
          <a:lstStyle>
            <a:lvl1pPr marL="0" indent="0">
              <a:buNone/>
              <a:defRPr>
                <a:solidFill>
                  <a:srgbClr val="8EAE1E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E6CE63C2-B708-4DC8-8982-20F84EFA0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91" y="2272145"/>
            <a:ext cx="6071673" cy="1670590"/>
          </a:xfrm>
          <a:prstGeom prst="rect">
            <a:avLst/>
          </a:prstGeom>
          <a:solidFill>
            <a:srgbClr val="8EAE1E"/>
          </a:solidFill>
        </p:spPr>
        <p:txBody>
          <a:bodyPr anchor="t">
            <a:noAutofit/>
          </a:bodyPr>
          <a:lstStyle>
            <a:lvl1pPr algn="l">
              <a:lnSpc>
                <a:spcPct val="113000"/>
              </a:lnSpc>
              <a:defRPr sz="4000" b="0">
                <a:solidFill>
                  <a:schemeClr val="bg1"/>
                </a:solidFill>
                <a:latin typeface="Intersnack Script" panose="03080502040404070404" pitchFamily="66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B1235844-066D-4FEA-94F1-21D9678E8E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E5D1E58F-B184-4A9F-9622-9BEE04BECCD5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8976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41B8D2B-8628-4766-B4B1-DC71C11C77CC}"/>
              </a:ext>
            </a:extLst>
          </p:cNvPr>
          <p:cNvSpPr/>
          <p:nvPr userDrawn="1"/>
        </p:nvSpPr>
        <p:spPr>
          <a:xfrm>
            <a:off x="618836" y="1484313"/>
            <a:ext cx="11107156" cy="3867150"/>
          </a:xfrm>
          <a:prstGeom prst="roundRect">
            <a:avLst>
              <a:gd name="adj" fmla="val 29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8FC867-5342-4737-8FFA-84CCCE29B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3600" y="2752437"/>
            <a:ext cx="9591213" cy="235598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21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1D12D64-EDEE-45FF-A65B-CC63D824F91E}"/>
              </a:ext>
            </a:extLst>
          </p:cNvPr>
          <p:cNvSpPr txBox="1"/>
          <p:nvPr userDrawn="1"/>
        </p:nvSpPr>
        <p:spPr>
          <a:xfrm>
            <a:off x="1263600" y="2005781"/>
            <a:ext cx="7499928" cy="369332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l">
              <a:spcBef>
                <a:spcPts val="614"/>
              </a:spcBef>
            </a:pPr>
            <a:r>
              <a:rPr lang="de-DE" sz="2100" err="1">
                <a:solidFill>
                  <a:schemeClr val="bg1"/>
                </a:solidFill>
                <a:latin typeface="+mj-lt"/>
              </a:rPr>
              <a:t>Conclusion</a:t>
            </a:r>
            <a:r>
              <a:rPr lang="de-DE" sz="2100">
                <a:solidFill>
                  <a:schemeClr val="bg1"/>
                </a:solidFill>
              </a:rPr>
              <a:t> </a:t>
            </a:r>
            <a:r>
              <a:rPr lang="de-DE" sz="2100">
                <a:solidFill>
                  <a:schemeClr val="bg1"/>
                </a:solidFill>
                <a:latin typeface="+mj-lt"/>
              </a:rPr>
              <a:t>/ Key Message: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1C385EB-81F5-4C35-9CF1-0B50EC787B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4A5217C-2B34-442F-A429-5C6AE36AEBA6}"/>
              </a:ext>
            </a:extLst>
          </p:cNvPr>
          <p:cNvSpPr txBox="1"/>
          <p:nvPr userDrawn="1"/>
        </p:nvSpPr>
        <p:spPr>
          <a:xfrm>
            <a:off x="9672741" y="6395553"/>
            <a:ext cx="1988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000" b="1">
                <a:solidFill>
                  <a:schemeClr val="accent6"/>
                </a:solidFill>
              </a:rPr>
              <a:t>Intersnack Group</a:t>
            </a:r>
            <a:endParaRPr lang="de-DE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685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5A3982A4-B0ED-4EE1-A8B7-21A950DE6B08}"/>
              </a:ext>
            </a:extLst>
          </p:cNvPr>
          <p:cNvSpPr/>
          <p:nvPr userDrawn="1"/>
        </p:nvSpPr>
        <p:spPr>
          <a:xfrm>
            <a:off x="523568" y="1484313"/>
            <a:ext cx="8775698" cy="3844924"/>
          </a:xfrm>
          <a:prstGeom prst="roundRect">
            <a:avLst>
              <a:gd name="adj" fmla="val 33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6D313C-EA56-418C-A2B8-AEFE3DF3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‹#›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A53391-383A-4373-98FF-2730251D28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59F3C5-6FBB-4DB6-BF56-998DD4075F22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6260D595-2CA2-4442-A3A6-8E39FEFC0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3C3A4E91-34C2-42D1-B51B-A0F5881A2D31}"/>
              </a:ext>
            </a:extLst>
          </p:cNvPr>
          <p:cNvSpPr txBox="1"/>
          <p:nvPr userDrawn="1"/>
        </p:nvSpPr>
        <p:spPr>
          <a:xfrm>
            <a:off x="1062680" y="2287682"/>
            <a:ext cx="48526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14"/>
              </a:spcBef>
            </a:pPr>
            <a:r>
              <a:rPr lang="de-DE" sz="6600" b="1" err="1">
                <a:solidFill>
                  <a:schemeClr val="bg1"/>
                </a:solidFill>
                <a:latin typeface="Intersnack Script" panose="03080502040404070404" pitchFamily="66" charset="0"/>
              </a:rPr>
              <a:t>Thank</a:t>
            </a:r>
            <a:r>
              <a:rPr lang="de-DE" sz="6600" b="1">
                <a:solidFill>
                  <a:schemeClr val="bg1"/>
                </a:solidFill>
                <a:latin typeface="Intersnack Script" panose="03080502040404070404" pitchFamily="66" charset="0"/>
              </a:rPr>
              <a:t> </a:t>
            </a:r>
            <a:r>
              <a:rPr lang="de-DE" sz="6600" b="1" err="1">
                <a:solidFill>
                  <a:schemeClr val="bg1"/>
                </a:solidFill>
                <a:latin typeface="Intersnack Script" panose="03080502040404070404" pitchFamily="66" charset="0"/>
              </a:rPr>
              <a:t>you</a:t>
            </a:r>
            <a:r>
              <a:rPr lang="de-DE" sz="6600" b="1">
                <a:solidFill>
                  <a:schemeClr val="bg1"/>
                </a:solidFill>
                <a:latin typeface="Intersnack Script" panose="03080502040404070404" pitchFamily="66" charset="0"/>
              </a:rPr>
              <a:t> !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72579C9-D42B-42AE-9D0E-322832E7129F}"/>
              </a:ext>
            </a:extLst>
          </p:cNvPr>
          <p:cNvSpPr txBox="1"/>
          <p:nvPr userDrawn="1"/>
        </p:nvSpPr>
        <p:spPr>
          <a:xfrm>
            <a:off x="9023928" y="6395553"/>
            <a:ext cx="26372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Intersnack Cashew Company Pte. Ltd</a:t>
            </a:r>
          </a:p>
        </p:txBody>
      </p:sp>
    </p:spTree>
    <p:extLst>
      <p:ext uri="{BB962C8B-B14F-4D97-AF65-F5344CB8AC3E}">
        <p14:creationId xmlns:p14="http://schemas.microsoft.com/office/powerpoint/2010/main" val="118491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2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ABCD276-3FF9-4C9F-ADC4-AE7BC00E9F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1531666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8" imgW="416" imgH="416" progId="TCLayout.ActiveDocument.1">
                  <p:embed/>
                </p:oleObj>
              </mc:Choice>
              <mc:Fallback>
                <p:oleObj name="think-cell Folie" r:id="rId38" imgW="416" imgH="41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ABCD276-3FF9-4C9F-ADC4-AE7BC00E9F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C978E2-FACF-49AB-B2F8-96A5CF2A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2109" y="6356351"/>
            <a:ext cx="3965171" cy="285423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>
                <a:solidFill>
                  <a:schemeClr val="accent6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F793F4-F837-4214-A33F-BFFD40BEA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3568" y="6356351"/>
            <a:ext cx="319571" cy="285423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000">
                <a:solidFill>
                  <a:schemeClr val="accent6"/>
                </a:solidFill>
              </a:defRPr>
            </a:lvl1pPr>
          </a:lstStyle>
          <a:p>
            <a:fld id="{F77E67B2-A423-478D-9CF7-CCC0FF1D913A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23D055C-5C9D-4A7B-9C3F-904D2A2B8F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80" t="-4191"/>
          <a:stretch/>
        </p:blipFill>
        <p:spPr>
          <a:xfrm>
            <a:off x="11345084" y="428398"/>
            <a:ext cx="325914" cy="290110"/>
          </a:xfrm>
          <a:prstGeom prst="rect">
            <a:avLst/>
          </a:prstGeom>
        </p:spPr>
      </p:pic>
      <p:sp>
        <p:nvSpPr>
          <p:cNvPr id="23" name="Titelplatzhalter 22">
            <a:extLst>
              <a:ext uri="{FF2B5EF4-FFF2-40B4-BE49-F238E27FC236}">
                <a16:creationId xmlns:a16="http://schemas.microsoft.com/office/drawing/2014/main" id="{653D87BC-5042-42E1-824F-7A50261E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777" y="428398"/>
            <a:ext cx="10700183" cy="428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4D10EA8-7115-4E12-B0FD-41D88ABE6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567" y="1494146"/>
            <a:ext cx="11137597" cy="4608511"/>
          </a:xfrm>
          <a:prstGeom prst="roundRect">
            <a:avLst>
              <a:gd name="adj" fmla="val 2800"/>
            </a:avLst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EC079E9-478E-4A18-A5A7-B05AF9717E1F}"/>
              </a:ext>
            </a:extLst>
          </p:cNvPr>
          <p:cNvSpPr txBox="1"/>
          <p:nvPr userDrawn="1"/>
        </p:nvSpPr>
        <p:spPr>
          <a:xfrm>
            <a:off x="713830" y="6356351"/>
            <a:ext cx="92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kern="120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|</a:t>
            </a:r>
            <a:endParaRPr lang="de-DE" sz="1000" kern="120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8ABB7DF-5B1F-4421-BDD1-9907C329D11C}"/>
              </a:ext>
            </a:extLst>
          </p:cNvPr>
          <p:cNvSpPr txBox="1"/>
          <p:nvPr userDrawn="1"/>
        </p:nvSpPr>
        <p:spPr>
          <a:xfrm>
            <a:off x="9227127" y="6395553"/>
            <a:ext cx="24340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Intersnack Cashew Company Pte. Ltd</a:t>
            </a:r>
          </a:p>
        </p:txBody>
      </p:sp>
    </p:spTree>
    <p:extLst>
      <p:ext uri="{BB962C8B-B14F-4D97-AF65-F5344CB8AC3E}">
        <p14:creationId xmlns:p14="http://schemas.microsoft.com/office/powerpoint/2010/main" val="389009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76" r:id="rId3"/>
    <p:sldLayoutId id="2147483691" r:id="rId4"/>
    <p:sldLayoutId id="2147483692" r:id="rId5"/>
    <p:sldLayoutId id="2147483693" r:id="rId6"/>
    <p:sldLayoutId id="2147483663" r:id="rId7"/>
    <p:sldLayoutId id="2147483650" r:id="rId8"/>
    <p:sldLayoutId id="2147483652" r:id="rId9"/>
    <p:sldLayoutId id="2147483686" r:id="rId10"/>
    <p:sldLayoutId id="2147483687" r:id="rId11"/>
    <p:sldLayoutId id="2147483684" r:id="rId12"/>
    <p:sldLayoutId id="2147483677" r:id="rId13"/>
    <p:sldLayoutId id="2147483696" r:id="rId14"/>
    <p:sldLayoutId id="2147483660" r:id="rId15"/>
    <p:sldLayoutId id="2147483689" r:id="rId16"/>
    <p:sldLayoutId id="2147483673" r:id="rId17"/>
    <p:sldLayoutId id="2147483675" r:id="rId18"/>
    <p:sldLayoutId id="2147483682" r:id="rId19"/>
    <p:sldLayoutId id="2147483694" r:id="rId20"/>
    <p:sldLayoutId id="2147483695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  <p:sldLayoutId id="2147483708" r:id="rId29"/>
    <p:sldLayoutId id="2147483709" r:id="rId30"/>
    <p:sldLayoutId id="2147483710" r:id="rId31"/>
    <p:sldLayoutId id="2147483711" r:id="rId32"/>
    <p:sldLayoutId id="2147483712" r:id="rId33"/>
    <p:sldLayoutId id="2147483690" r:id="rId34"/>
    <p:sldLayoutId id="2147483700" r:id="rId35"/>
  </p:sldLayoutIdLst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2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8288" indent="-268288" algn="l" defTabSz="914400" rtl="0" eaLnBrk="1" latinLnBrk="0" hangingPunct="1">
        <a:lnSpc>
          <a:spcPct val="114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9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65113" algn="l" defTabSz="914400" rtl="0" eaLnBrk="1" latinLnBrk="0" hangingPunct="1">
        <a:lnSpc>
          <a:spcPct val="114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lang="de-DE" sz="1900" b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03275" indent="-255588" algn="l" defTabSz="914400" rtl="0" eaLnBrk="1" latinLnBrk="0" hangingPunct="1">
        <a:lnSpc>
          <a:spcPct val="114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081088" indent="-276225" algn="l" defTabSz="914400" rtl="0" eaLnBrk="1" latinLnBrk="0" hangingPunct="1">
        <a:lnSpc>
          <a:spcPct val="114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347788" indent="-266700" algn="l" defTabSz="914400" rtl="0" eaLnBrk="1" latinLnBrk="0" hangingPunct="1">
        <a:lnSpc>
          <a:spcPct val="114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25" userDrawn="1">
          <p15:clr>
            <a:srgbClr val="F26B43"/>
          </p15:clr>
        </p15:guide>
        <p15:guide id="4" pos="7355" userDrawn="1">
          <p15:clr>
            <a:srgbClr val="F26B43"/>
          </p15:clr>
        </p15:guide>
        <p15:guide id="5" orient="horz" pos="3838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89267-852D-1AC1-B56F-AFE200FD3ED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38115" y="1473198"/>
            <a:ext cx="10468657" cy="439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A13344-2478-AB92-043C-F481070C4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7" y="2272145"/>
            <a:ext cx="9564234" cy="915452"/>
          </a:xfrm>
        </p:spPr>
        <p:txBody>
          <a:bodyPr/>
          <a:lstStyle/>
          <a:p>
            <a:r>
              <a:rPr lang="en-GB" dirty="0"/>
              <a:t>….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905E057-2E31-0F98-5778-4AACDA62D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4539342"/>
            <a:ext cx="3522662" cy="442233"/>
          </a:xfrm>
        </p:spPr>
        <p:txBody>
          <a:bodyPr/>
          <a:lstStyle/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976828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805D59-EDBF-DFCB-A9A0-7FBAE1B42A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998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C2878-1114-C512-B782-B94003706F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l"/>
            <a:fld id="{F77E67B2-A423-478D-9CF7-CCC0FF1D913A}" type="slidenum">
              <a:rPr lang="de-DE" smtClean="0"/>
              <a:pPr algn="l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91328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Intersnack">
      <a:dk1>
        <a:sysClr val="windowText" lastClr="000000"/>
      </a:dk1>
      <a:lt1>
        <a:sysClr val="window" lastClr="FFFFFF"/>
      </a:lt1>
      <a:dk2>
        <a:srgbClr val="000000"/>
      </a:dk2>
      <a:lt2>
        <a:srgbClr val="ECE9E6"/>
      </a:lt2>
      <a:accent1>
        <a:srgbClr val="E63223"/>
      </a:accent1>
      <a:accent2>
        <a:srgbClr val="C10230"/>
      </a:accent2>
      <a:accent3>
        <a:srgbClr val="FB8600"/>
      </a:accent3>
      <a:accent4>
        <a:srgbClr val="F0B432"/>
      </a:accent4>
      <a:accent5>
        <a:srgbClr val="85AF00"/>
      </a:accent5>
      <a:accent6>
        <a:srgbClr val="706459"/>
      </a:accent6>
      <a:hlink>
        <a:srgbClr val="0563C1"/>
      </a:hlink>
      <a:folHlink>
        <a:srgbClr val="954F72"/>
      </a:folHlink>
    </a:clrScheme>
    <a:fontScheme name="Benutzerdefiniert 4">
      <a:majorFont>
        <a:latin typeface="Encode Sans Semi Expanded SmBd"/>
        <a:ea typeface=""/>
        <a:cs typeface=""/>
      </a:majorFont>
      <a:minorFont>
        <a:latin typeface="Encode Sans Semi Expand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spcBef>
            <a:spcPts val="614"/>
          </a:spcBef>
          <a:defRPr sz="19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tersnack Group.potx" id="{862BE2C6-BBE8-4320-91BE-410C897C9341}" vid="{EBB07554-D325-4F39-9638-FB078496034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7F88A9B45916488522CC3F20754F11" ma:contentTypeVersion="4" ma:contentTypeDescription="Create a new document." ma:contentTypeScope="" ma:versionID="93241bc59782fd81db71cefce31c814f">
  <xsd:schema xmlns:xsd="http://www.w3.org/2001/XMLSchema" xmlns:xs="http://www.w3.org/2001/XMLSchema" xmlns:p="http://schemas.microsoft.com/office/2006/metadata/properties" xmlns:ns2="ba247624-db92-4938-b6dc-181ee587f8fc" xmlns:ns3="d8b911e6-01e4-46f0-8cf9-e4937a780f01" targetNamespace="http://schemas.microsoft.com/office/2006/metadata/properties" ma:root="true" ma:fieldsID="f98da00f2ca538185b9ff663974d524f" ns2:_="" ns3:_="">
    <xsd:import namespace="ba247624-db92-4938-b6dc-181ee587f8fc"/>
    <xsd:import namespace="d8b911e6-01e4-46f0-8cf9-e4937a780f0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7624-db92-4938-b6dc-181ee587f8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b911e6-01e4-46f0-8cf9-e4937a780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D5A58D-BF04-4A2E-8F8D-7936D70D27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E3A8E0-948B-4242-9096-E0FF27BFB951}">
  <ds:schemaRefs>
    <ds:schemaRef ds:uri="ba247624-db92-4938-b6dc-181ee587f8fc"/>
    <ds:schemaRef ds:uri="d8b911e6-01e4-46f0-8cf9-e4937a780f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56C7C17-5514-46EB-8DBD-E8EFBF23ADF4}">
  <ds:schemaRefs>
    <ds:schemaRef ds:uri="ba247624-db92-4938-b6dc-181ee587f8fc"/>
    <ds:schemaRef ds:uri="d8b911e6-01e4-46f0-8cf9-e4937a780f0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Intersnack Group_PPT master</Template>
  <TotalTime>4</TotalTime>
  <Words>4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Encode Sans Semi Expanded SmBd</vt:lpstr>
      <vt:lpstr>Calibri</vt:lpstr>
      <vt:lpstr>Arial</vt:lpstr>
      <vt:lpstr>Encode Sans Semi Expanded</vt:lpstr>
      <vt:lpstr>Intersnack Script</vt:lpstr>
      <vt:lpstr>Office</vt:lpstr>
      <vt:lpstr>think-cell Folie</vt:lpstr>
      <vt:lpstr>….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Review (Month)</dc:title>
  <dc:creator>Frank Grasse</dc:creator>
  <cp:lastModifiedBy>Cao Minh</cp:lastModifiedBy>
  <cp:revision>6</cp:revision>
  <cp:lastPrinted>2022-02-07T16:29:27Z</cp:lastPrinted>
  <dcterms:created xsi:type="dcterms:W3CDTF">2022-01-27T09:52:15Z</dcterms:created>
  <dcterms:modified xsi:type="dcterms:W3CDTF">2026-04-18T12:52:07Z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0x0101009939B153438188489EAB18C31032E7ED</vt:lpwstr>
  </property>
</Properties>
</file>